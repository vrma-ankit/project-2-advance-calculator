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Lilita One" charset="0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-776" y="-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30628" y="5631836"/>
            <a:ext cx="5257372" cy="4655164"/>
          </a:xfrm>
          <a:custGeom>
            <a:avLst/>
            <a:gdLst/>
            <a:ahLst/>
            <a:cxnLst/>
            <a:rect l="l" t="t" r="r" b="b"/>
            <a:pathLst>
              <a:path w="5257372" h="4655164">
                <a:moveTo>
                  <a:pt x="0" y="0"/>
                </a:moveTo>
                <a:lnTo>
                  <a:pt x="5257372" y="0"/>
                </a:lnTo>
                <a:lnTo>
                  <a:pt x="5257372" y="4655164"/>
                </a:lnTo>
                <a:lnTo>
                  <a:pt x="0" y="4655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5272380" cy="6172200"/>
          </a:xfrm>
          <a:custGeom>
            <a:avLst/>
            <a:gdLst/>
            <a:ahLst/>
            <a:cxnLst/>
            <a:rect l="l" t="t" r="r" b="b"/>
            <a:pathLst>
              <a:path w="5272380" h="6172200">
                <a:moveTo>
                  <a:pt x="0" y="0"/>
                </a:moveTo>
                <a:lnTo>
                  <a:pt x="5272380" y="0"/>
                </a:lnTo>
                <a:lnTo>
                  <a:pt x="527238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38133" y="1028700"/>
            <a:ext cx="1584990" cy="2057400"/>
          </a:xfrm>
          <a:custGeom>
            <a:avLst/>
            <a:gdLst/>
            <a:ahLst/>
            <a:cxnLst/>
            <a:rect l="l" t="t" r="r" b="b"/>
            <a:pathLst>
              <a:path w="1584990" h="2057400">
                <a:moveTo>
                  <a:pt x="0" y="0"/>
                </a:moveTo>
                <a:lnTo>
                  <a:pt x="1584990" y="0"/>
                </a:lnTo>
                <a:lnTo>
                  <a:pt x="15849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00690" y="6172200"/>
            <a:ext cx="2388150" cy="2358491"/>
          </a:xfrm>
          <a:custGeom>
            <a:avLst/>
            <a:gdLst/>
            <a:ahLst/>
            <a:cxnLst/>
            <a:rect l="l" t="t" r="r" b="b"/>
            <a:pathLst>
              <a:path w="2388150" h="2358491">
                <a:moveTo>
                  <a:pt x="0" y="0"/>
                </a:moveTo>
                <a:lnTo>
                  <a:pt x="2388150" y="0"/>
                </a:lnTo>
                <a:lnTo>
                  <a:pt x="2388150" y="2358491"/>
                </a:lnTo>
                <a:lnTo>
                  <a:pt x="0" y="2358491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2444" y="3382820"/>
            <a:ext cx="15962338" cy="204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6"/>
              </a:lnSpc>
            </a:pPr>
            <a:r>
              <a:rPr lang="en-US" sz="5346" dirty="0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 SCIENTIFIC CALCULATOR USING PYTHON (TKINTER)</a:t>
            </a:r>
          </a:p>
          <a:p>
            <a:pPr algn="ctr">
              <a:lnSpc>
                <a:spcPts val="5346"/>
              </a:lnSpc>
            </a:pPr>
            <a:r>
              <a:rPr lang="en-US" sz="5346" dirty="0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INTERNSHIP: NEXT HIKE PVT. LTD.</a:t>
            </a:r>
          </a:p>
          <a:p>
            <a:pPr algn="ctr">
              <a:lnSpc>
                <a:spcPts val="5346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58625" y="6250587"/>
            <a:ext cx="8570750" cy="79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9"/>
              </a:lnSpc>
            </a:pPr>
            <a:r>
              <a:rPr lang="en-US" sz="5989">
                <a:solidFill>
                  <a:srgbClr val="E3D9CC"/>
                </a:solidFill>
                <a:latin typeface="Malik"/>
                <a:ea typeface="Malik"/>
                <a:cs typeface="Malik"/>
                <a:sym typeface="Malik"/>
              </a:rPr>
              <a:t>By Ankit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31794"/>
            <a:ext cx="6776794" cy="6099115"/>
          </a:xfrm>
          <a:custGeom>
            <a:avLst/>
            <a:gdLst/>
            <a:ahLst/>
            <a:cxnLst/>
            <a:rect l="l" t="t" r="r" b="b"/>
            <a:pathLst>
              <a:path w="6776794" h="6099115">
                <a:moveTo>
                  <a:pt x="0" y="0"/>
                </a:moveTo>
                <a:lnTo>
                  <a:pt x="6776794" y="0"/>
                </a:lnTo>
                <a:lnTo>
                  <a:pt x="6776794" y="6099115"/>
                </a:lnTo>
                <a:lnTo>
                  <a:pt x="0" y="6099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25003" y="448723"/>
            <a:ext cx="8965672" cy="9199850"/>
          </a:xfrm>
          <a:custGeom>
            <a:avLst/>
            <a:gdLst/>
            <a:ahLst/>
            <a:cxnLst/>
            <a:rect l="l" t="t" r="r" b="b"/>
            <a:pathLst>
              <a:path w="8965672" h="9199850">
                <a:moveTo>
                  <a:pt x="0" y="0"/>
                </a:moveTo>
                <a:lnTo>
                  <a:pt x="8965672" y="0"/>
                </a:lnTo>
                <a:lnTo>
                  <a:pt x="8965672" y="9199850"/>
                </a:lnTo>
                <a:lnTo>
                  <a:pt x="0" y="9199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058576"/>
            <a:ext cx="6810614" cy="124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9349">
                <a:solidFill>
                  <a:srgbClr val="684622"/>
                </a:solidFill>
                <a:latin typeface="Lilita One"/>
                <a:ea typeface="Lilita One"/>
                <a:cs typeface="Lilita One"/>
                <a:sym typeface="Lilita One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41422" y="3752543"/>
            <a:ext cx="7217878" cy="181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612">
                <a:solidFill>
                  <a:srgbClr val="E7D6AC"/>
                </a:solidFill>
                <a:latin typeface="Lilita One"/>
                <a:ea typeface="Lilita One"/>
                <a:cs typeface="Lilita One"/>
                <a:sym typeface="Lilita One"/>
              </a:rPr>
              <a:t>To design a scientific calculator that performs</a:t>
            </a:r>
          </a:p>
          <a:p>
            <a:pPr algn="ctr">
              <a:lnSpc>
                <a:spcPts val="3657"/>
              </a:lnSpc>
            </a:pPr>
            <a:r>
              <a:rPr lang="en-US" sz="2612">
                <a:solidFill>
                  <a:srgbClr val="E7D6AC"/>
                </a:solidFill>
                <a:latin typeface="Lilita One"/>
                <a:ea typeface="Lilita One"/>
                <a:cs typeface="Lilita One"/>
                <a:sym typeface="Lilita One"/>
              </a:rPr>
              <a:t> both basic and advanced mathematical </a:t>
            </a:r>
          </a:p>
          <a:p>
            <a:pPr algn="ctr">
              <a:lnSpc>
                <a:spcPts val="3657"/>
              </a:lnSpc>
            </a:pPr>
            <a:r>
              <a:rPr lang="en-US" sz="2612">
                <a:solidFill>
                  <a:srgbClr val="E7D6AC"/>
                </a:solidFill>
                <a:latin typeface="Lilita One"/>
                <a:ea typeface="Lilita One"/>
                <a:cs typeface="Lilita One"/>
                <a:sym typeface="Lilita One"/>
              </a:rPr>
              <a:t>operations with a user-friendly interface.</a:t>
            </a:r>
          </a:p>
          <a:p>
            <a:pPr algn="ctr">
              <a:lnSpc>
                <a:spcPts val="3657"/>
              </a:lnSpc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565944" cy="4114800"/>
          </a:xfrm>
          <a:custGeom>
            <a:avLst/>
            <a:gdLst/>
            <a:ahLst/>
            <a:cxnLst/>
            <a:rect l="l" t="t" r="r" b="b"/>
            <a:pathLst>
              <a:path w="5565944" h="4114800">
                <a:moveTo>
                  <a:pt x="0" y="0"/>
                </a:moveTo>
                <a:lnTo>
                  <a:pt x="5565944" y="0"/>
                </a:lnTo>
                <a:lnTo>
                  <a:pt x="5565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29238" y="3641149"/>
            <a:ext cx="4458762" cy="6645851"/>
          </a:xfrm>
          <a:custGeom>
            <a:avLst/>
            <a:gdLst/>
            <a:ahLst/>
            <a:cxnLst/>
            <a:rect l="l" t="t" r="r" b="b"/>
            <a:pathLst>
              <a:path w="4458762" h="6645851">
                <a:moveTo>
                  <a:pt x="0" y="0"/>
                </a:moveTo>
                <a:lnTo>
                  <a:pt x="4458762" y="0"/>
                </a:lnTo>
                <a:lnTo>
                  <a:pt x="4458762" y="6645851"/>
                </a:lnTo>
                <a:lnTo>
                  <a:pt x="0" y="6645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29381" y="3709885"/>
            <a:ext cx="13829238" cy="354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1430" lvl="1" indent="-435715" algn="ctr">
              <a:lnSpc>
                <a:spcPts val="5650"/>
              </a:lnSpc>
              <a:buFont typeface="Arial"/>
              <a:buChar char="•"/>
            </a:pPr>
            <a:r>
              <a:rPr lang="en-US" sz="4036" b="1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Python</a:t>
            </a:r>
          </a:p>
          <a:p>
            <a:pPr algn="ctr">
              <a:lnSpc>
                <a:spcPts val="5650"/>
              </a:lnSpc>
            </a:pPr>
            <a:endParaRPr/>
          </a:p>
          <a:p>
            <a:pPr marL="871430" lvl="1" indent="-435715" algn="ctr">
              <a:lnSpc>
                <a:spcPts val="5650"/>
              </a:lnSpc>
              <a:buFont typeface="Arial"/>
              <a:buChar char="•"/>
            </a:pPr>
            <a:r>
              <a:rPr lang="en-US" sz="4036" b="1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Tkinter (GUI library)</a:t>
            </a:r>
          </a:p>
          <a:p>
            <a:pPr algn="ctr">
              <a:lnSpc>
                <a:spcPts val="5650"/>
              </a:lnSpc>
            </a:pPr>
            <a:endParaRPr/>
          </a:p>
          <a:p>
            <a:pPr marL="871430" lvl="1" indent="-435715" algn="ctr">
              <a:lnSpc>
                <a:spcPts val="5650"/>
              </a:lnSpc>
              <a:buFont typeface="Arial"/>
              <a:buChar char="•"/>
            </a:pPr>
            <a:r>
              <a:rPr lang="en-US" sz="4036" b="1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Math module</a:t>
            </a:r>
          </a:p>
        </p:txBody>
      </p:sp>
      <p:sp>
        <p:nvSpPr>
          <p:cNvPr id="5" name="Freeform 5"/>
          <p:cNvSpPr/>
          <p:nvPr/>
        </p:nvSpPr>
        <p:spPr>
          <a:xfrm>
            <a:off x="13187103" y="533523"/>
            <a:ext cx="3263489" cy="2636465"/>
          </a:xfrm>
          <a:custGeom>
            <a:avLst/>
            <a:gdLst/>
            <a:ahLst/>
            <a:cxnLst/>
            <a:rect l="l" t="t" r="r" b="b"/>
            <a:pathLst>
              <a:path w="3263489" h="2636465">
                <a:moveTo>
                  <a:pt x="0" y="0"/>
                </a:moveTo>
                <a:lnTo>
                  <a:pt x="3263489" y="0"/>
                </a:lnTo>
                <a:lnTo>
                  <a:pt x="3263489" y="2636464"/>
                </a:lnTo>
                <a:lnTo>
                  <a:pt x="0" y="2636464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40203" y="7725212"/>
            <a:ext cx="2452624" cy="2019261"/>
          </a:xfrm>
          <a:custGeom>
            <a:avLst/>
            <a:gdLst/>
            <a:ahLst/>
            <a:cxnLst/>
            <a:rect l="l" t="t" r="r" b="b"/>
            <a:pathLst>
              <a:path w="2452624" h="2019261">
                <a:moveTo>
                  <a:pt x="0" y="0"/>
                </a:moveTo>
                <a:lnTo>
                  <a:pt x="2452624" y="0"/>
                </a:lnTo>
                <a:lnTo>
                  <a:pt x="2452624" y="2019260"/>
                </a:lnTo>
                <a:lnTo>
                  <a:pt x="0" y="201926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49831" y="1966055"/>
            <a:ext cx="7931139" cy="142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1"/>
              </a:lnSpc>
            </a:pPr>
            <a:r>
              <a:rPr lang="en-US" sz="6421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TECHNOLOGIES USED</a:t>
            </a:r>
          </a:p>
          <a:p>
            <a:pPr algn="ctr">
              <a:lnSpc>
                <a:spcPts val="4721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7316"/>
            <a:ext cx="3606131" cy="3807242"/>
          </a:xfrm>
          <a:custGeom>
            <a:avLst/>
            <a:gdLst/>
            <a:ahLst/>
            <a:cxnLst/>
            <a:rect l="l" t="t" r="r" b="b"/>
            <a:pathLst>
              <a:path w="3606131" h="3807242">
                <a:moveTo>
                  <a:pt x="0" y="0"/>
                </a:moveTo>
                <a:lnTo>
                  <a:pt x="3606131" y="0"/>
                </a:lnTo>
                <a:lnTo>
                  <a:pt x="3606131" y="3807242"/>
                </a:lnTo>
                <a:lnTo>
                  <a:pt x="0" y="380724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728526" y="6172200"/>
            <a:ext cx="4559474" cy="4114800"/>
          </a:xfrm>
          <a:custGeom>
            <a:avLst/>
            <a:gdLst/>
            <a:ahLst/>
            <a:cxnLst/>
            <a:rect l="l" t="t" r="r" b="b"/>
            <a:pathLst>
              <a:path w="4559474" h="4114800">
                <a:moveTo>
                  <a:pt x="4559474" y="0"/>
                </a:moveTo>
                <a:lnTo>
                  <a:pt x="0" y="0"/>
                </a:lnTo>
                <a:lnTo>
                  <a:pt x="0" y="4114800"/>
                </a:lnTo>
                <a:lnTo>
                  <a:pt x="4559474" y="4114800"/>
                </a:lnTo>
                <a:lnTo>
                  <a:pt x="45594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83362" y="3732776"/>
            <a:ext cx="10942731" cy="492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658" lvl="1" indent="-336829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Arithmetic and scientific calculations</a:t>
            </a:r>
          </a:p>
          <a:p>
            <a:pPr algn="just">
              <a:lnSpc>
                <a:spcPts val="4368"/>
              </a:lnSpc>
            </a:pPr>
            <a:endParaRPr/>
          </a:p>
          <a:p>
            <a:pPr marL="673658" lvl="1" indent="-336829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Trigonometric, logarithmic, and exponential functions</a:t>
            </a:r>
          </a:p>
          <a:p>
            <a:pPr algn="just">
              <a:lnSpc>
                <a:spcPts val="4368"/>
              </a:lnSpc>
            </a:pPr>
            <a:endParaRPr/>
          </a:p>
          <a:p>
            <a:pPr marL="673658" lvl="1" indent="-336829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Constants π and e</a:t>
            </a:r>
          </a:p>
          <a:p>
            <a:pPr algn="just">
              <a:lnSpc>
                <a:spcPts val="4368"/>
              </a:lnSpc>
            </a:pPr>
            <a:endParaRPr/>
          </a:p>
          <a:p>
            <a:pPr marL="673658" lvl="1" indent="-336829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Modern dark theme UI</a:t>
            </a:r>
          </a:p>
          <a:p>
            <a:pPr algn="just">
              <a:lnSpc>
                <a:spcPts val="4368"/>
              </a:lnSpc>
            </a:pPr>
            <a:endParaRPr/>
          </a:p>
          <a:p>
            <a:pPr marL="673658" lvl="1" indent="-336829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Error handling &amp; safe execution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80661" y="1581934"/>
            <a:ext cx="5348135" cy="69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2"/>
              </a:lnSpc>
            </a:pPr>
            <a:r>
              <a:rPr lang="en-US" sz="5162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29316" y="2884378"/>
            <a:ext cx="4229368" cy="45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3338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GENERAL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2641" y="1028700"/>
            <a:ext cx="13182719" cy="8229600"/>
          </a:xfrm>
          <a:custGeom>
            <a:avLst/>
            <a:gdLst/>
            <a:ahLst/>
            <a:cxnLst/>
            <a:rect l="l" t="t" r="r" b="b"/>
            <a:pathLst>
              <a:path w="13182719" h="8229600">
                <a:moveTo>
                  <a:pt x="0" y="0"/>
                </a:moveTo>
                <a:lnTo>
                  <a:pt x="13182718" y="0"/>
                </a:lnTo>
                <a:lnTo>
                  <a:pt x="131827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92992" y="2632204"/>
            <a:ext cx="410201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684622"/>
                </a:solidFill>
                <a:latin typeface="Lilita One"/>
                <a:ea typeface="Lilita One"/>
                <a:cs typeface="Lilita One"/>
                <a:sym typeface="Lilita One"/>
              </a:rPr>
              <a:t>GUI LAYOUT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10383" y="3610885"/>
            <a:ext cx="9794902" cy="352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053" lvl="1" indent="-309027" algn="just">
              <a:lnSpc>
                <a:spcPts val="4007"/>
              </a:lnSpc>
              <a:buFont typeface="Arial"/>
              <a:buChar char="•"/>
            </a:pPr>
            <a:r>
              <a:rPr lang="en-US" sz="2862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Entry display at top</a:t>
            </a:r>
          </a:p>
          <a:p>
            <a:pPr algn="just">
              <a:lnSpc>
                <a:spcPts val="4007"/>
              </a:lnSpc>
            </a:pPr>
            <a:endParaRPr/>
          </a:p>
          <a:p>
            <a:pPr marL="618053" lvl="1" indent="-309027" algn="just">
              <a:lnSpc>
                <a:spcPts val="4007"/>
              </a:lnSpc>
              <a:buFont typeface="Arial"/>
              <a:buChar char="•"/>
            </a:pPr>
            <a:r>
              <a:rPr lang="en-US" sz="2862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6×6 grid of uniform buttons</a:t>
            </a:r>
          </a:p>
          <a:p>
            <a:pPr algn="just">
              <a:lnSpc>
                <a:spcPts val="4007"/>
              </a:lnSpc>
            </a:pPr>
            <a:endParaRPr/>
          </a:p>
          <a:p>
            <a:pPr marL="618053" lvl="1" indent="-309027" algn="just">
              <a:lnSpc>
                <a:spcPts val="4007"/>
              </a:lnSpc>
              <a:buFont typeface="Arial"/>
              <a:buChar char="•"/>
            </a:pPr>
            <a:r>
              <a:rPr lang="en-US" sz="2862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Last row for π and e</a:t>
            </a:r>
          </a:p>
          <a:p>
            <a:pPr algn="just">
              <a:lnSpc>
                <a:spcPts val="4007"/>
              </a:lnSpc>
            </a:pPr>
            <a:endParaRPr/>
          </a:p>
          <a:p>
            <a:pPr marL="618053" lvl="1" indent="-309027" algn="just">
              <a:lnSpc>
                <a:spcPts val="4007"/>
              </a:lnSpc>
              <a:buFont typeface="Arial"/>
              <a:buChar char="•"/>
            </a:pPr>
            <a:r>
              <a:rPr lang="en-US" sz="2862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Smooth dark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75151" y="148093"/>
            <a:ext cx="7876810" cy="7864277"/>
          </a:xfrm>
          <a:custGeom>
            <a:avLst/>
            <a:gdLst/>
            <a:ahLst/>
            <a:cxnLst/>
            <a:rect l="l" t="t" r="r" b="b"/>
            <a:pathLst>
              <a:path w="7876810" h="7864277">
                <a:moveTo>
                  <a:pt x="0" y="0"/>
                </a:moveTo>
                <a:lnTo>
                  <a:pt x="7876810" y="0"/>
                </a:lnTo>
                <a:lnTo>
                  <a:pt x="7876810" y="7864277"/>
                </a:lnTo>
                <a:lnTo>
                  <a:pt x="0" y="7864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48877" y="1028700"/>
            <a:ext cx="1790246" cy="1446281"/>
          </a:xfrm>
          <a:custGeom>
            <a:avLst/>
            <a:gdLst/>
            <a:ahLst/>
            <a:cxnLst/>
            <a:rect l="l" t="t" r="r" b="b"/>
            <a:pathLst>
              <a:path w="1790246" h="1446281">
                <a:moveTo>
                  <a:pt x="0" y="0"/>
                </a:moveTo>
                <a:lnTo>
                  <a:pt x="1790246" y="0"/>
                </a:lnTo>
                <a:lnTo>
                  <a:pt x="1790246" y="1446281"/>
                </a:lnTo>
                <a:lnTo>
                  <a:pt x="0" y="144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84902" y="1450215"/>
            <a:ext cx="684086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684622"/>
                </a:solidFill>
                <a:latin typeface="Lilita One"/>
                <a:ea typeface="Lilita One"/>
                <a:cs typeface="Lilita One"/>
                <a:sym typeface="Lilita One"/>
              </a:rPr>
              <a:t> WORKING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88072" y="2417831"/>
            <a:ext cx="6024777" cy="380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35"/>
              </a:lnSpc>
            </a:pPr>
            <a:r>
              <a:rPr lang="en-US" sz="2168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1. User enters input via buttons.</a:t>
            </a:r>
          </a:p>
          <a:p>
            <a:pPr algn="just">
              <a:lnSpc>
                <a:spcPts val="3035"/>
              </a:lnSpc>
            </a:pPr>
            <a:endParaRPr/>
          </a:p>
          <a:p>
            <a:pPr algn="just">
              <a:lnSpc>
                <a:spcPts val="3035"/>
              </a:lnSpc>
            </a:pPr>
            <a:endParaRPr/>
          </a:p>
          <a:p>
            <a:pPr algn="just">
              <a:lnSpc>
                <a:spcPts val="3035"/>
              </a:lnSpc>
            </a:pPr>
            <a:r>
              <a:rPr lang="en-US" sz="2168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2. Expression stored in global variable.</a:t>
            </a:r>
          </a:p>
          <a:p>
            <a:pPr algn="just">
              <a:lnSpc>
                <a:spcPts val="3035"/>
              </a:lnSpc>
            </a:pPr>
            <a:endParaRPr/>
          </a:p>
          <a:p>
            <a:pPr algn="just">
              <a:lnSpc>
                <a:spcPts val="3035"/>
              </a:lnSpc>
            </a:pPr>
            <a:endParaRPr/>
          </a:p>
          <a:p>
            <a:pPr algn="just">
              <a:lnSpc>
                <a:spcPts val="3035"/>
              </a:lnSpc>
            </a:pPr>
            <a:r>
              <a:rPr lang="en-US" sz="2168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3. Safe evaluation via eval().</a:t>
            </a:r>
          </a:p>
          <a:p>
            <a:pPr algn="just">
              <a:lnSpc>
                <a:spcPts val="3035"/>
              </a:lnSpc>
            </a:pPr>
            <a:endParaRPr/>
          </a:p>
          <a:p>
            <a:pPr algn="just">
              <a:lnSpc>
                <a:spcPts val="3035"/>
              </a:lnSpc>
            </a:pPr>
            <a:endParaRPr/>
          </a:p>
          <a:p>
            <a:pPr algn="just">
              <a:lnSpc>
                <a:spcPts val="2895"/>
              </a:lnSpc>
            </a:pPr>
            <a:r>
              <a:rPr lang="en-US" sz="2068" b="1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4. Output displayed instantly.</a:t>
            </a:r>
          </a:p>
        </p:txBody>
      </p:sp>
      <p:sp>
        <p:nvSpPr>
          <p:cNvPr id="6" name="Freeform 6"/>
          <p:cNvSpPr/>
          <p:nvPr/>
        </p:nvSpPr>
        <p:spPr>
          <a:xfrm>
            <a:off x="651547" y="488221"/>
            <a:ext cx="1790246" cy="1446281"/>
          </a:xfrm>
          <a:custGeom>
            <a:avLst/>
            <a:gdLst/>
            <a:ahLst/>
            <a:cxnLst/>
            <a:rect l="l" t="t" r="r" b="b"/>
            <a:pathLst>
              <a:path w="1790246" h="1446281">
                <a:moveTo>
                  <a:pt x="0" y="0"/>
                </a:moveTo>
                <a:lnTo>
                  <a:pt x="1790247" y="0"/>
                </a:lnTo>
                <a:lnTo>
                  <a:pt x="1790247" y="1446281"/>
                </a:lnTo>
                <a:lnTo>
                  <a:pt x="0" y="144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0214" y="8352498"/>
            <a:ext cx="1790246" cy="1446281"/>
          </a:xfrm>
          <a:custGeom>
            <a:avLst/>
            <a:gdLst/>
            <a:ahLst/>
            <a:cxnLst/>
            <a:rect l="l" t="t" r="r" b="b"/>
            <a:pathLst>
              <a:path w="1790246" h="1446281">
                <a:moveTo>
                  <a:pt x="0" y="0"/>
                </a:moveTo>
                <a:lnTo>
                  <a:pt x="1790246" y="0"/>
                </a:lnTo>
                <a:lnTo>
                  <a:pt x="1790246" y="1446281"/>
                </a:lnTo>
                <a:lnTo>
                  <a:pt x="0" y="144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46206" y="8535160"/>
            <a:ext cx="1790246" cy="1446281"/>
          </a:xfrm>
          <a:custGeom>
            <a:avLst/>
            <a:gdLst/>
            <a:ahLst/>
            <a:cxnLst/>
            <a:rect l="l" t="t" r="r" b="b"/>
            <a:pathLst>
              <a:path w="1790246" h="1446281">
                <a:moveTo>
                  <a:pt x="0" y="0"/>
                </a:moveTo>
                <a:lnTo>
                  <a:pt x="1790247" y="0"/>
                </a:lnTo>
                <a:lnTo>
                  <a:pt x="1790247" y="1446280"/>
                </a:lnTo>
                <a:lnTo>
                  <a:pt x="0" y="144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46206" y="305560"/>
            <a:ext cx="1790246" cy="1446281"/>
          </a:xfrm>
          <a:custGeom>
            <a:avLst/>
            <a:gdLst/>
            <a:ahLst/>
            <a:cxnLst/>
            <a:rect l="l" t="t" r="r" b="b"/>
            <a:pathLst>
              <a:path w="1790246" h="1446281">
                <a:moveTo>
                  <a:pt x="0" y="0"/>
                </a:moveTo>
                <a:lnTo>
                  <a:pt x="1790247" y="0"/>
                </a:lnTo>
                <a:lnTo>
                  <a:pt x="1790247" y="1446280"/>
                </a:lnTo>
                <a:lnTo>
                  <a:pt x="0" y="144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76367" y="8535160"/>
            <a:ext cx="1790246" cy="1446281"/>
          </a:xfrm>
          <a:custGeom>
            <a:avLst/>
            <a:gdLst/>
            <a:ahLst/>
            <a:cxnLst/>
            <a:rect l="l" t="t" r="r" b="b"/>
            <a:pathLst>
              <a:path w="1790246" h="1446281">
                <a:moveTo>
                  <a:pt x="0" y="0"/>
                </a:moveTo>
                <a:lnTo>
                  <a:pt x="1790247" y="0"/>
                </a:lnTo>
                <a:lnTo>
                  <a:pt x="1790247" y="1446280"/>
                </a:lnTo>
                <a:lnTo>
                  <a:pt x="0" y="144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5320251" cy="1351401"/>
          </a:xfrm>
          <a:custGeom>
            <a:avLst/>
            <a:gdLst/>
            <a:ahLst/>
            <a:cxnLst/>
            <a:rect l="l" t="t" r="r" b="b"/>
            <a:pathLst>
              <a:path w="5320251" h="1351401">
                <a:moveTo>
                  <a:pt x="0" y="0"/>
                </a:moveTo>
                <a:lnTo>
                  <a:pt x="5320251" y="0"/>
                </a:lnTo>
                <a:lnTo>
                  <a:pt x="5320251" y="1351401"/>
                </a:lnTo>
                <a:lnTo>
                  <a:pt x="0" y="135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39049" y="7906899"/>
            <a:ext cx="5320251" cy="1351401"/>
          </a:xfrm>
          <a:custGeom>
            <a:avLst/>
            <a:gdLst/>
            <a:ahLst/>
            <a:cxnLst/>
            <a:rect l="l" t="t" r="r" b="b"/>
            <a:pathLst>
              <a:path w="5320251" h="1351401">
                <a:moveTo>
                  <a:pt x="0" y="0"/>
                </a:moveTo>
                <a:lnTo>
                  <a:pt x="5320251" y="0"/>
                </a:lnTo>
                <a:lnTo>
                  <a:pt x="5320251" y="1351401"/>
                </a:lnTo>
                <a:lnTo>
                  <a:pt x="0" y="135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81171" y="2660529"/>
            <a:ext cx="5246370" cy="524637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t="-1282" b="-128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825717" y="1133475"/>
            <a:ext cx="7539066" cy="77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5775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OUTPUT SCREENSHOTS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58314" y="2643170"/>
            <a:ext cx="5246370" cy="524637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1020" b="-102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2900" y="1209675"/>
            <a:ext cx="9111248" cy="137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74"/>
              </a:lnSpc>
            </a:pPr>
            <a:r>
              <a:rPr lang="en-US" sz="10274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66464" y="3687498"/>
            <a:ext cx="10833152" cy="356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74"/>
              </a:lnSpc>
            </a:pPr>
            <a:r>
              <a:rPr lang="en-US" sz="4433" b="1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The project enhances understanding of GUI development and mathematical computations using Python.</a:t>
            </a:r>
          </a:p>
          <a:p>
            <a:pPr algn="just">
              <a:lnSpc>
                <a:spcPts val="5674"/>
              </a:lnSpc>
            </a:pPr>
            <a:endParaRPr/>
          </a:p>
          <a:p>
            <a:pPr algn="just">
              <a:lnSpc>
                <a:spcPts val="5674"/>
              </a:lnSpc>
            </a:pPr>
            <a:r>
              <a:rPr lang="en-US" sz="4433" b="1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It is efficient, accurate, and user-friendly.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7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71328" y="1717649"/>
            <a:ext cx="4387972" cy="5362680"/>
          </a:xfrm>
          <a:custGeom>
            <a:avLst/>
            <a:gdLst/>
            <a:ahLst/>
            <a:cxnLst/>
            <a:rect l="l" t="t" r="r" b="b"/>
            <a:pathLst>
              <a:path w="4387972" h="5362680">
                <a:moveTo>
                  <a:pt x="0" y="0"/>
                </a:moveTo>
                <a:lnTo>
                  <a:pt x="4387972" y="0"/>
                </a:lnTo>
                <a:lnTo>
                  <a:pt x="4387972" y="5362680"/>
                </a:lnTo>
                <a:lnTo>
                  <a:pt x="0" y="536268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97826" y="1965299"/>
            <a:ext cx="8092348" cy="360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43"/>
              </a:lnSpc>
            </a:pPr>
            <a:r>
              <a:rPr lang="en-US" sz="13843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58625" y="5762251"/>
            <a:ext cx="8570750" cy="79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9"/>
              </a:lnSpc>
            </a:pPr>
            <a:r>
              <a:rPr lang="en-US" sz="5989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By Ankit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028700" y="1717649"/>
            <a:ext cx="4387972" cy="5362680"/>
          </a:xfrm>
          <a:custGeom>
            <a:avLst/>
            <a:gdLst/>
            <a:ahLst/>
            <a:cxnLst/>
            <a:rect l="l" t="t" r="r" b="b"/>
            <a:pathLst>
              <a:path w="4387972" h="5362680">
                <a:moveTo>
                  <a:pt x="4387972" y="0"/>
                </a:moveTo>
                <a:lnTo>
                  <a:pt x="0" y="0"/>
                </a:lnTo>
                <a:lnTo>
                  <a:pt x="0" y="5362680"/>
                </a:lnTo>
                <a:lnTo>
                  <a:pt x="4387972" y="5362680"/>
                </a:lnTo>
                <a:lnTo>
                  <a:pt x="4387972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</Words>
  <Application>Microsoft Office PowerPoint</Application>
  <PresentationFormat>Custom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Lilita One</vt:lpstr>
      <vt:lpstr>Calibri</vt:lpstr>
      <vt:lpstr>Malik</vt:lpstr>
      <vt:lpstr>Malik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Beige Abstract Group Project Presentation</dc:title>
  <dc:creator>AnKiT .</dc:creator>
  <cp:lastModifiedBy>AnKiT .</cp:lastModifiedBy>
  <cp:revision>2</cp:revision>
  <dcterms:created xsi:type="dcterms:W3CDTF">2006-08-16T00:00:00Z</dcterms:created>
  <dcterms:modified xsi:type="dcterms:W3CDTF">2025-11-14T04:28:04Z</dcterms:modified>
  <dc:identifier>DAG4kfFLasQ</dc:identifier>
</cp:coreProperties>
</file>